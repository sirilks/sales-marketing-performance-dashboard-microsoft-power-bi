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1E584-25B4-453A-8669-188F76495E52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21C6E-0023-4059-9A20-9966660A0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2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1C6E-0023-4059-9A20-9966660A0F7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762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5990-8EFD-BB43-1798-1180553A6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5D8A9-3D0A-AC20-38CD-98E1FF136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7105F-EEF8-A534-C3A9-74831F83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6B17A-CD25-0F43-3825-98FD88B1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3FC20-2F88-3965-1CB2-7CD2627F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40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0414-72F3-2704-BCC9-CDEA4B1F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85453-9BEF-8707-5A20-410E0B60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08751-B6A0-9F44-B1C7-3616A22F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E74B-7AF6-C322-D036-F3A1E641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0FC5-F927-C907-3C40-74AB906C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9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FF64-8CE1-B6DD-956D-B7446712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CC0D9-D664-A518-B6EE-6DA2525F4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7998A-A75A-27F1-9E06-3612A6C91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D78FD-CDC3-D018-CBD6-4AF54AD6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D63FA-5E36-8E54-E36D-9E85CDEB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24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174F-2CA9-909F-3F8B-AAA57E1A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5F66A-A96B-8EE3-B1CE-942F87B0B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F7105-463B-0424-F581-F8B2EB46B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9BE3A-F85C-9B47-861A-934ACBED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2DF7F-820D-5DDE-BBD7-3AD8533E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3DFE6-B798-EF0D-030F-5F962738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03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7D72-8624-14CC-72BE-6A365710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043CF-1874-B5E5-279D-4349762FC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6BC84-7B50-24CB-8218-5932DC752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DF8AF-78BA-63EE-E077-CD155AF69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77EBE-A18F-E676-731B-D833C3473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8E495F-00E3-5B65-4B41-5ECBC65D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76146-5ABE-D68E-F3A2-9382D93B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2DC68-26D7-B2DA-2AA8-163279D2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19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2D03-192C-8B65-58F6-B8F3F105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6A566-DE7D-EE3B-295F-BD048576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A0F1A-22F6-F9D6-817E-4DB2B3C0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03F2F-73F5-8C5E-BC18-535594B4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76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F926B-18ED-EDD7-D35E-3F3808FD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2DCFE-2EBE-631F-7B6F-0E7FD288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9F12F-5945-FD32-203B-E3601B59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6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AD03-AAE8-D775-9206-4FC6D55E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DFBA1-D0BC-2E9F-8AC4-48AA83967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B40F4-7BC7-28D3-82F2-81A796F54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6EE1-CB25-6303-6FFA-6DDA978DE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68648-03B6-882F-28F6-12FC018F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8618-6521-653A-F7EB-95208BC6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4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1726-074C-686B-238D-F0BABF2D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D3C85-F7F0-0037-0E24-C23576AB7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073C5-C0E7-2C29-6D04-A47F47B0F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A60A5-5AC2-53B3-103C-ED17AC210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16344-76A9-A9EF-10B7-FD5DBE55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4B6EB-C3F6-2D72-8EF5-97861535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95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7CC3-743A-CEBF-2FE9-08367B99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5125F-FAAA-8C1B-024E-3DD8C11FE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C7BFC-6506-BAE8-11B1-BD2895F0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9C74F-4BA6-91E0-9C2F-309575E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82732-2725-E0E5-F28A-1E9E51B0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3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F0CD2E-7826-9EA6-3373-03CE43546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504EF-D68B-AB4F-AF11-5A211ADCC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E0248-F01C-DD5F-569E-DF457A69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4ED0B-2500-D54A-700A-A4D2C334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95579-367A-5275-240D-D2ACCC8A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23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DF829-D83E-76D0-2A5B-8C028AE0E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32E9C-DD89-76AC-A6E9-9D1A2E1BF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606C-C4D1-1AB8-CB07-4D9222499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B68FB-D0C7-4025-A1DD-843FF4BEF6AB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99623-9817-930A-A6BF-841E4F5B2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73B93-325C-486D-58FA-6335C391F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31238-7510-4615-84FE-0BA50D0BE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967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D2DF-9194-5B48-CCFA-ED6D559E0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2405269"/>
          </a:xfrm>
        </p:spPr>
        <p:txBody>
          <a:bodyPr>
            <a:normAutofit/>
          </a:bodyPr>
          <a:lstStyle/>
          <a:p>
            <a:r>
              <a:rPr lang="en-IN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Marketing And Sales </a:t>
            </a:r>
            <a:r>
              <a:rPr lang="en-IN" b="1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Dashbord</a:t>
            </a:r>
            <a:endParaRPr lang="en-IN" b="1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41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CBCD-28BD-9F56-40F5-B2314831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1173"/>
            <a:ext cx="10515600" cy="38445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B103E-18A2-5AD1-8E54-98E39474C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39679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total sales, profit, and profit margin.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regional sales performance.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marketing channels.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monthly sales trends and campaign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decision-making through interactive dashboards.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929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</Words>
  <Application>Microsoft Office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Bell MT</vt:lpstr>
      <vt:lpstr>Times New Roman</vt:lpstr>
      <vt:lpstr>Office Theme</vt:lpstr>
      <vt:lpstr>Marketing And Sales Dashbord</vt:lpstr>
      <vt:lpstr>Project Objectives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sirilkannan02@gmail.com</dc:creator>
  <cp:lastModifiedBy>sirilkannan02@gmail.com</cp:lastModifiedBy>
  <cp:revision>1</cp:revision>
  <dcterms:created xsi:type="dcterms:W3CDTF">2026-05-26T03:42:06Z</dcterms:created>
  <dcterms:modified xsi:type="dcterms:W3CDTF">2026-05-26T03:53:36Z</dcterms:modified>
</cp:coreProperties>
</file>